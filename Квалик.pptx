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EC49F-484B-4C1B-87B6-646AED30798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8AFC-6DD5-407E-AE8D-503B00FB7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7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8AFC-6DD5-407E-AE8D-503B00FB75F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78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34731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9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60001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52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58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91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41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642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242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33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02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3375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7D39A-1856-4B27-B4D6-A3F7C350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1176867"/>
            <a:ext cx="8676222" cy="2819399"/>
          </a:xfrm>
        </p:spPr>
        <p:txBody>
          <a:bodyPr/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</a:t>
            </a:r>
            <a:br>
              <a:rPr lang="ru-RU" sz="3600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Умный список покупок</a:t>
            </a:r>
            <a:br>
              <a:rPr lang="ru-RU" sz="3600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D3FC1F-F8AC-4E9E-BE6C-9766F681B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4191000"/>
            <a:ext cx="8676222" cy="1490133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Епихина Софья</a:t>
            </a:r>
          </a:p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401ИС-22</a:t>
            </a:r>
          </a:p>
        </p:txBody>
      </p:sp>
    </p:spTree>
    <p:extLst>
      <p:ext uri="{BB962C8B-B14F-4D97-AF65-F5344CB8AC3E}">
        <p14:creationId xmlns:p14="http://schemas.microsoft.com/office/powerpoint/2010/main" val="202591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3DC50-E795-45D0-BEB5-4D08D714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36133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приложении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9BFF1B-64C6-439B-9C4F-161CD0B2964B}"/>
              </a:ext>
            </a:extLst>
          </p:cNvPr>
          <p:cNvSpPr/>
          <p:nvPr/>
        </p:nvSpPr>
        <p:spPr>
          <a:xfrm>
            <a:off x="1086489" y="2151962"/>
            <a:ext cx="1038507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концепция: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списков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для разных целей и магазинов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покупок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отметка купленных товаров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использования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интуитивный интерфейс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оффлайн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доступно без интернета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максимально простое и удобное приложение для ежедневного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5707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AA772-6746-4069-8E93-61037F20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45" y="521634"/>
            <a:ext cx="9905998" cy="190500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280D55-BCF1-445F-B01E-D687C6E10D84}"/>
              </a:ext>
            </a:extLst>
          </p:cNvPr>
          <p:cNvSpPr/>
          <p:nvPr/>
        </p:nvSpPr>
        <p:spPr>
          <a:xfrm>
            <a:off x="2614612" y="2768600"/>
            <a:ext cx="6959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Типичные проблемы: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Бумажные списки легко теряются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Сложные приложения требуют обучения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Многие решения зависят от интернета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Покупка лишнего или забывание нужного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Простое управление одним касанием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в оффлайн-режиме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Минималистичный дизайн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Бесплатно и без рекламы</a:t>
            </a:r>
          </a:p>
        </p:txBody>
      </p:sp>
    </p:spTree>
    <p:extLst>
      <p:ext uri="{BB962C8B-B14F-4D97-AF65-F5344CB8AC3E}">
        <p14:creationId xmlns:p14="http://schemas.microsoft.com/office/powerpoint/2010/main" val="317262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5515A-6A16-4D55-852A-40B0C870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14756"/>
            <a:ext cx="9905998" cy="148617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80DFAE-6667-4576-96F2-8DBDA3032E43}"/>
              </a:ext>
            </a:extLst>
          </p:cNvPr>
          <p:cNvSpPr/>
          <p:nvPr/>
        </p:nvSpPr>
        <p:spPr>
          <a:xfrm>
            <a:off x="3512129" y="2472766"/>
            <a:ext cx="4775199" cy="37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возможности: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Создание списков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категории (продукты, бытовая химия)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 по магазинам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Управление товарами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Добавление/удаление позиций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Отметка купленных товаров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Зачеркивание выполненных пунктов</a:t>
            </a:r>
          </a:p>
          <a:p>
            <a:pPr algn="l">
              <a:buFont typeface="+mj-lt"/>
              <a:buAutoNum type="arabicPeriod"/>
            </a:pPr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Персонализация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имени пользователя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Локальное хранение данных</a:t>
            </a:r>
          </a:p>
          <a:p>
            <a:pPr algn="just"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03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EA987-D8C9-41B8-8A86-02CF25AA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81000"/>
            <a:ext cx="9905998" cy="988999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3249D6-0E4B-4CC6-A9EA-574EB3F81105}"/>
              </a:ext>
            </a:extLst>
          </p:cNvPr>
          <p:cNvSpPr/>
          <p:nvPr/>
        </p:nvSpPr>
        <p:spPr>
          <a:xfrm>
            <a:off x="5337033" y="5748769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</a:t>
            </a:r>
            <a:r>
              <a:rPr lang="ru-RU" dirty="0"/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</a:t>
            </a:r>
            <a:r>
              <a:rPr lang="ru-RU" dirty="0"/>
              <a:t>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A9C52D-8EDC-4839-B643-149F80E5581A}"/>
              </a:ext>
            </a:extLst>
          </p:cNvPr>
          <p:cNvSpPr/>
          <p:nvPr/>
        </p:nvSpPr>
        <p:spPr>
          <a:xfrm>
            <a:off x="8994035" y="5681588"/>
            <a:ext cx="11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50E623-9386-4BAE-BAC5-ED4C0534DF0C}"/>
              </a:ext>
            </a:extLst>
          </p:cNvPr>
          <p:cNvSpPr/>
          <p:nvPr/>
        </p:nvSpPr>
        <p:spPr>
          <a:xfrm>
            <a:off x="1585737" y="5701268"/>
            <a:ext cx="2117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78F130-C5B5-4C65-9E18-EBFFEBC6A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737" y="1958324"/>
            <a:ext cx="1693052" cy="37232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CE133C-F2CA-476F-B9DC-96F3FAC7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18" y="1870411"/>
            <a:ext cx="1693052" cy="383085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B3DAB8-364E-4AE5-96A0-B4E919945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70" y="1932806"/>
            <a:ext cx="1776141" cy="37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4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6C0C9-5C66-46B1-80EA-DFB2DBCE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2534"/>
            <a:ext cx="9905998" cy="1295399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9E3C8E-C155-4CF4-8B98-163C998CFBAD}"/>
              </a:ext>
            </a:extLst>
          </p:cNvPr>
          <p:cNvSpPr/>
          <p:nvPr/>
        </p:nvSpPr>
        <p:spPr>
          <a:xfrm>
            <a:off x="3048000" y="2254651"/>
            <a:ext cx="6096000" cy="46487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A30BED-1E8C-45E5-BFC5-3C78A5868F91}"/>
              </a:ext>
            </a:extLst>
          </p:cNvPr>
          <p:cNvSpPr txBox="1"/>
          <p:nvPr/>
        </p:nvSpPr>
        <p:spPr>
          <a:xfrm>
            <a:off x="3160320" y="2089506"/>
            <a:ext cx="60950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кода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activity_login.xml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экран входа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activity_main.xml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главный экран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activity_shopping_list.xml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детали списка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item_shopping_list.xml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элемент списка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item_product.xml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элемент товара</a:t>
            </a: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LoginActivity.kt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управление входом</a:t>
            </a: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MainActivity.kt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главная логика</a:t>
            </a: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ShoppingListActivity.kt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работа со списком</a:t>
            </a:r>
            <a:endParaRPr lang="ru-RU" sz="2000" dirty="0"/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ShoppingListAdapter.kt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адаптер списков</a:t>
            </a: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ProductAdapter.kt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адаптер товаров </a:t>
            </a:r>
          </a:p>
        </p:txBody>
      </p:sp>
    </p:spTree>
    <p:extLst>
      <p:ext uri="{BB962C8B-B14F-4D97-AF65-F5344CB8AC3E}">
        <p14:creationId xmlns:p14="http://schemas.microsoft.com/office/powerpoint/2010/main" val="138407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30280-B34D-44B3-A3C2-3957680A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2533"/>
            <a:ext cx="9905998" cy="1380067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CF0511-0BAB-421E-ACC6-5D201EBCBFD7}"/>
              </a:ext>
            </a:extLst>
          </p:cNvPr>
          <p:cNvSpPr/>
          <p:nvPr/>
        </p:nvSpPr>
        <p:spPr>
          <a:xfrm>
            <a:off x="2679700" y="2674792"/>
            <a:ext cx="6832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Постоянное хранение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ru-RU" sz="20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Темы оформления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светлая/тёмная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товаров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группировка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Совместный доступ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общие списки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Привязка к магазинам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геолокация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покупок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анализ расходов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7.  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Напоминания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покупки по расписанию</a:t>
            </a:r>
          </a:p>
        </p:txBody>
      </p:sp>
    </p:spTree>
    <p:extLst>
      <p:ext uri="{BB962C8B-B14F-4D97-AF65-F5344CB8AC3E}">
        <p14:creationId xmlns:p14="http://schemas.microsoft.com/office/powerpoint/2010/main" val="125806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B052A-DB5C-4F6B-B079-869EB66A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257659"/>
            <a:ext cx="9905998" cy="1621941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выводы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847895-3729-4753-A224-7343984D70AB}"/>
              </a:ext>
            </a:extLst>
          </p:cNvPr>
          <p:cNvSpPr/>
          <p:nvPr/>
        </p:nvSpPr>
        <p:spPr>
          <a:xfrm>
            <a:off x="1144589" y="2535192"/>
            <a:ext cx="7928159" cy="2806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Полнофункциональное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-приложение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Интуитивно понятный интерфейс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в оффлайн-режиме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Локальное хранение данных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Адаптивные списки с анимацией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43294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84</TotalTime>
  <Words>312</Words>
  <Application>Microsoft Office PowerPoint</Application>
  <PresentationFormat>Широкоэкранный</PresentationFormat>
  <Paragraphs>57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Franklin Gothic Book</vt:lpstr>
      <vt:lpstr>quote-cjk-patch</vt:lpstr>
      <vt:lpstr>Times New Roman</vt:lpstr>
      <vt:lpstr>Уголки</vt:lpstr>
      <vt:lpstr>Мобильное приложение Умный список покупок </vt:lpstr>
      <vt:lpstr>О приложении</vt:lpstr>
      <vt:lpstr>Проблематика</vt:lpstr>
      <vt:lpstr>Ключевые функции</vt:lpstr>
      <vt:lpstr>Интерфейс приложения</vt:lpstr>
      <vt:lpstr>Структура проекта</vt:lpstr>
      <vt:lpstr>Развитие проекта</vt:lpstr>
      <vt:lpstr>Итоги и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Fitness Assist</dc:title>
  <dc:creator>Софья Епихина</dc:creator>
  <cp:lastModifiedBy>Софья Епихина</cp:lastModifiedBy>
  <cp:revision>12</cp:revision>
  <dcterms:created xsi:type="dcterms:W3CDTF">2025-12-15T16:14:04Z</dcterms:created>
  <dcterms:modified xsi:type="dcterms:W3CDTF">2025-12-23T19:27:25Z</dcterms:modified>
</cp:coreProperties>
</file>